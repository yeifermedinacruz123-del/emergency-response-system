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 venta del proyecto. Sistema completo, funcionando con datos reales de Villavicencio.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34440"/>
            <a:ext cx="2651760" cy="2651760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9052560" y="123444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AULA  ·  2026-2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43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System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31012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que le da a cada emergencia una ubicación exacta, un seguimiento en vivo y un despacho a la vista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480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Yeifer Herley Medina Cruz  ·  ID 923671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Lombana Gutiérrez  ·  ID 909524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 ·  Universidad Cooperativa de Colombia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Sistemas Móviles  ·  Villavicencio, Meta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fallas del reporte telefónico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178308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30428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 la ubicación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94436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depende de que quien llama sepa describir dónde está. El tiempo se va en localizar el incidente, no en atenderlo.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1481328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78308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30428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ciudadano queda a ciegas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94436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colgar no sabe si su reporte se registró ni si va alguien en camino. Vuelve a llamar por el mismo caso.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74736" y="1481328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178308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8563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230428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sin visibilidad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294436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asigna unidades sin saber dónde está cada una. La que envía no siempre es la más cercana.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89204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se resuelven con capacidades que ya tiene cualquier teléfono: GPS, cámara y conexión permanente.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 frente al reporte telefónico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371600"/>
            <a:ext cx="5312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SISTEMA  ·  REPORTE TELEFÓNICO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27064" y="1335024"/>
            <a:ext cx="5312664" cy="365760"/>
          </a:xfrm>
          <a:prstGeom prst="roundRect">
            <a:avLst>
              <a:gd name="adj" fmla="val 17500"/>
            </a:avLst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27064" y="1335024"/>
            <a:ext cx="5312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SISTEMA IMPLEMENTADO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4708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084832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08483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transcribe una dirección hablada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27064" y="2084832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83096" y="208483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8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capturado al instante, con metros de precisión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83464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REPORTE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072384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0723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cuelga sin saber qué va a pasar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7064" y="3072384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83096" y="30723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8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vivo y aviso en cada cambio de estado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82219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059936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05993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a ciegas, sin saber qué unidad está cerca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27064" y="4059936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83096" y="405993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8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 tiempo real con la posición de cada unidad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480974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HASTA ATENDER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5047488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" y="50474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qué tan clara sea la llamada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27064" y="5047488"/>
            <a:ext cx="5312664" cy="566928"/>
          </a:xfrm>
          <a:prstGeom prst="roundRect">
            <a:avLst>
              <a:gd name="adj" fmla="val 14516"/>
            </a:avLst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83096" y="50474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88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minutos promedio hasta asignar personal, medidos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92531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la derecha no son una meta: son la medición real del sistema en funcionamiento, con 30 emergencias registradas.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simple, base sólida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6400800" cy="1170432"/>
          </a:xfrm>
          <a:prstGeom prst="roundRect">
            <a:avLst>
              <a:gd name="adj" fmla="val 703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755648"/>
            <a:ext cx="1508760" cy="585216"/>
          </a:xfrm>
          <a:prstGeom prst="roundRect">
            <a:avLst>
              <a:gd name="adj" fmla="val 12500"/>
            </a:avLst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755648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1682496"/>
            <a:ext cx="4242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del operador y PWA del ciudadano, en HTML5 + CSS3 + JavaScript, sin frameworks.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779776"/>
            <a:ext cx="6400800" cy="1170432"/>
          </a:xfrm>
          <a:prstGeom prst="roundRect">
            <a:avLst>
              <a:gd name="adj" fmla="val 703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072384"/>
            <a:ext cx="1508760" cy="585216"/>
          </a:xfrm>
          <a:prstGeom prst="roundRect">
            <a:avLst>
              <a:gd name="adj" fmla="val 125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07238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2999232"/>
            <a:ext cx="4242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Express, con Socket.IO en el mismo puerto para las actualizaciones en vivo.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096512"/>
            <a:ext cx="6400800" cy="1170432"/>
          </a:xfrm>
          <a:prstGeom prst="roundRect">
            <a:avLst>
              <a:gd name="adj" fmla="val 703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389120"/>
            <a:ext cx="1508760" cy="585216"/>
          </a:xfrm>
          <a:prstGeom prst="roundRect">
            <a:avLst>
              <a:gd name="adj" fmla="val 12500"/>
            </a:avLst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389120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4315968"/>
            <a:ext cx="4242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con SQL puro, sin ORM: 17 tablas, 4 vistas, 5 disparadores, 61 índices.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79208" y="1463040"/>
            <a:ext cx="1985620" cy="1207008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79208" y="1536192"/>
            <a:ext cx="19856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379208" y="2212848"/>
            <a:ext cx="1985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7708" y="1463040"/>
            <a:ext cx="1985620" cy="1207008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547708" y="1536192"/>
            <a:ext cx="19856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547708" y="2212848"/>
            <a:ext cx="1985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79208" y="2834640"/>
            <a:ext cx="1985620" cy="1207008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79208" y="2907792"/>
            <a:ext cx="19856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379208" y="3584448"/>
            <a:ext cx="1985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47708" y="2834640"/>
            <a:ext cx="1985620" cy="1207008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547708" y="2907792"/>
            <a:ext cx="19856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547708" y="3584448"/>
            <a:ext cx="1985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21208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 software libre: sin costo de licencias, sin cobro por consulta de mapas (OpenStreetMap) y sin cuentas en servicios de terceros.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VIVO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centro de control, en tiempo real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033565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pic>
        <p:nvPicPr>
          <p:cNvPr id="7" name="Image 0" descr="C:\Users\yeife\AppData\Local\Temp\claude\C--Users-yeife-OneDrive-Desktop-UNIVERISDAD-2026-2-WEB-Y-SISTEMAS-MOBILES-proyecto-final\48e52899-5a12-4a7f-bbe0-83398469e596\scratchpad\shots\0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905549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66837" y="169164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66837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97189" y="1673352"/>
            <a:ext cx="2936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urgente en una pantalla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66837" y="2167128"/>
            <a:ext cx="3466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Pendientes, en proceso, SOS activos, resueltas y personal disponible, actualizado sin recargar la página.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66837" y="324612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66837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597189" y="3227832"/>
            <a:ext cx="2936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SOS resaltadas primero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66837" y="3721608"/>
            <a:ext cx="3466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arriba y con fondo rojo: son de prioridad crítica automática, imposibles de pasar por alto.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66837" y="480060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66837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597189" y="4782312"/>
            <a:ext cx="2936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y su posición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066837" y="5276088"/>
            <a:ext cx="3466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última ubicación conocida de cada unidad, listas para asignar al incidente correcto.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VIVO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con la ciudad a la vista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033565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pic>
        <p:nvPicPr>
          <p:cNvPr id="7" name="Image 0" descr="C:\Users\yeife\AppData\Local\Temp\claude\C--Users-yeife-OneDrive-Desktop-UNIVERISDAD-2026-2-WEB-Y-SISTEMAS-MOBILES-proyecto-final\48e52899-5a12-4a7f-bbe0-83398469e596\scratchpad\shots\04-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905549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66837" y="169164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66837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97189" y="1673352"/>
            <a:ext cx="2936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OpenStreetMap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66837" y="2167128"/>
            <a:ext cx="3466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libre, sin cobro por consulta ni cuenta de terceros que mantener.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66837" y="324612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66837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597189" y="3227832"/>
            <a:ext cx="2936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Marcadores que informan solos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66837" y="3721608"/>
            <a:ext cx="3466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símbolo indica el tipo de emergencia; el color, la prioridad. Las SOS llevan un anillo pulsante.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66837" y="480060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66837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597189" y="4782312"/>
            <a:ext cx="2936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y filtros independientes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066837" y="5276088"/>
            <a:ext cx="34664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 y unidades se muestran u ocultan por separado, por estado, tipo o zona.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VIVO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botón que salva minutos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2064392" cy="4242816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pic>
        <p:nvPicPr>
          <p:cNvPr id="7" name="Image 0" descr="C:\Users\yeife\AppData\Local\Temp\claude\C--Users-yeife-OneDrive-Desktop-UNIVERISDAD-2026-2-WEB-Y-SISTEMAS-MOBILES-proyecto-final\48e52899-5a12-4a7f-bbe0-83398469e596\scratchpad\shots\10-movil-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936376" cy="411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5742432"/>
            <a:ext cx="193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SOS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6496" y="1417320"/>
            <a:ext cx="2064392" cy="4242816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pic>
        <p:nvPicPr>
          <p:cNvPr id="10" name="Image 1" descr="C:\Users\yeife\AppData\Local\Temp\claude\C--Users-yeife-OneDrive-Desktop-UNIVERISDAD-2026-2-WEB-Y-SISTEMAS-MOBILES-proyecto-final\48e52899-5a12-4a7f-bbe0-83398469e596\scratchpad\shots\11-movil-repor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504" y="1481328"/>
            <a:ext cx="1936376" cy="4114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60504" y="5742432"/>
            <a:ext cx="193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con GPS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45521" y="160020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45521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75873" y="1581912"/>
            <a:ext cx="5557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segundos de pulsación, no un toque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45521" y="2093976"/>
            <a:ext cx="6087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que dispara al primer contacto se activaría solo dentro del bolsillo. Mantener pulsado exige intención.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45521" y="301752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45521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975873" y="2999232"/>
            <a:ext cx="5557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antes de enviar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5445521" y="3511296"/>
            <a:ext cx="6087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el GPS primero: un SOS sin coordenadas obliga al operador a llamar para preguntar dónde 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45521" y="4434840"/>
            <a:ext cx="384048" cy="384048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45521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975873" y="4416552"/>
            <a:ext cx="5557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tipos y hasta cinco fotos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5445521" y="4928616"/>
            <a:ext cx="6087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completo captura tipo, descripción, prioridad, ubicación y fotografías del incidente.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SOSTIENE EL SISTEMA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y cerrado por diseño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5312664" cy="4251960"/>
          </a:xfrm>
          <a:prstGeom prst="roundRect">
            <a:avLst>
              <a:gd name="adj" fmla="val 193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50976" y="173736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 por rol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139696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entra solo en las salas que su rol permite: un ciudadano nunca escucha las emergencias de toda la ciudad.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926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control-room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29260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y administrador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3383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emergencia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3840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user:id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3840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usuario, sus propios avisos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4297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emergency:id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76148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tiene abierto ese detalle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0976" y="4754880"/>
            <a:ext cx="4727448" cy="777240"/>
          </a:xfrm>
          <a:prstGeom prst="roundRect">
            <a:avLst>
              <a:gd name="adj" fmla="val 10588"/>
            </a:avLst>
          </a:prstGeom>
          <a:solidFill>
            <a:srgbClr val="E4F3EB"/>
          </a:solidFill>
          <a:ln w="12700">
            <a:solidFill>
              <a:srgbClr val="E4F3E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61288" y="4864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88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con cuatro clientes a la vez: cada rol recibió exactamente lo suyo, ni un evento de más.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7064" y="1481328"/>
            <a:ext cx="5312664" cy="4251960"/>
          </a:xfrm>
          <a:prstGeom prst="roundRect">
            <a:avLst>
              <a:gd name="adj" fmla="val 1935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19672" y="173736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capas de seguridad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2212848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Contraseñas:  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2432304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con 12 rondas de sal; el hash nunca sale en la API.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274320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Sesiones:  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2962656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 15 minutos, con refresco revocable en la base de datos.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273552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Autorización:  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493008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comprueba el rol en cada ruta, no el cliente.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3803904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 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4023360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las consultas parametrizadas: nada de texto concatenado.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334256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bruta:  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19672" y="4553712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intentos de acceso por ventana antes de bloquear.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19672" y="489204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comprobaciones de seguridad automatizadas, todas correctas.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9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maqueta: funciona y se midió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679192" cy="1298448"/>
          </a:xfrm>
          <a:prstGeom prst="roundRect">
            <a:avLst>
              <a:gd name="adj" fmla="val 63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55448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494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57016" y="1481328"/>
            <a:ext cx="2679192" cy="1298448"/>
          </a:xfrm>
          <a:prstGeom prst="roundRect">
            <a:avLst>
              <a:gd name="adj" fmla="val 63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57016" y="155448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2494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resolución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55664" y="1481328"/>
            <a:ext cx="2679192" cy="1298448"/>
          </a:xfrm>
          <a:prstGeom prst="roundRect">
            <a:avLst>
              <a:gd name="adj" fmla="val 63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55448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2494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asignar personal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54312" y="1481328"/>
            <a:ext cx="2679192" cy="1298448"/>
          </a:xfrm>
          <a:prstGeom prst="roundRect">
            <a:avLst>
              <a:gd name="adj" fmla="val 63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54312" y="155448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354312" y="22494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cubiertas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926080"/>
            <a:ext cx="10874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97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Villavicencio, con 8 activaciones del botón SOS incluidas.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429000"/>
            <a:ext cx="10874959" cy="2194560"/>
          </a:xfrm>
          <a:prstGeom prst="roundRect">
            <a:avLst>
              <a:gd name="adj" fmla="val 375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24128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526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automatizadas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sistema en ejecución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858768" y="3794760"/>
            <a:ext cx="1564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3858768" y="4407408"/>
            <a:ext cx="1564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97398" y="3794760"/>
            <a:ext cx="1564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697398" y="4407408"/>
            <a:ext cx="1564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536028" y="3794760"/>
            <a:ext cx="1564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536028" y="4407408"/>
            <a:ext cx="1564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28353" y="3657600"/>
            <a:ext cx="1747190" cy="1554480"/>
          </a:xfrm>
          <a:prstGeom prst="roundRect">
            <a:avLst>
              <a:gd name="adj" fmla="val 5294"/>
            </a:avLst>
          </a:prstGeom>
          <a:solidFill>
            <a:srgbClr val="13381F"/>
          </a:solidFill>
          <a:ln w="19050">
            <a:solidFill>
              <a:srgbClr val="1888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74657" y="3794760"/>
            <a:ext cx="1564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374657" y="4407408"/>
            <a:ext cx="1564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fallidas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0" y="2103120"/>
            <a:ext cx="2194560" cy="2194560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  <a:effectLst>
            <a:outerShdw sx="100000" sy="100000" kx="0" ky="0" algn="bl" rotWithShape="0" blurRad="127000" dist="25400" dir="5400000">
              <a:srgbClr val="8494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0" y="2103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214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avance: sistema completo y en funcionamiento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272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maqueta ni un mockup: es el sistema corriendo, con base de datos propia y 182 comprobaciones automatizadas.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840480"/>
            <a:ext cx="128016" cy="128016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" y="3703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completadas: análisis, base de datos, backend, tiempo real, panel web, PWA móvil, notificaciones, seguridad y pruebas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370832"/>
            <a:ext cx="128016" cy="128016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2336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de usuario incluida en el repositorio del proyecto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901184"/>
            <a:ext cx="128016" cy="128016"/>
          </a:xfrm>
          <a:prstGeom prst="ellipse">
            <a:avLst/>
          </a:prstGeom>
          <a:solidFill>
            <a:srgbClr val="D92B3A"/>
          </a:solidFill>
          <a:ln w="12700">
            <a:solidFill>
              <a:srgbClr val="D92B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7640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 a la retroalimentación del docente para el siguiente corte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230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Gracias · Preguntas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614416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Yeifer Herley Medina Cruz  ·  ID 923671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Lombana Gutiérrez  ·  ID 909524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 ·  Universidad Cooperativa de Colombia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Response System</dc:title>
  <dc:subject>PptxGenJS Presentation</dc:subject>
  <dc:creator>Yeifer Herley Medina Cruz</dc:creator>
  <cp:lastModifiedBy>Yeifer Herley Medina Cruz</cp:lastModifiedBy>
  <cp:revision>1</cp:revision>
  <dcterms:created xsi:type="dcterms:W3CDTF">2026-09-03T13:45:31Z</dcterms:created>
  <dcterms:modified xsi:type="dcterms:W3CDTF">2026-09-03T13:45:31Z</dcterms:modified>
</cp:coreProperties>
</file>